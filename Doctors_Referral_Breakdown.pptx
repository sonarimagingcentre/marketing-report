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Doctors Referral Breakdown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dataset (2,472 rows) | Threshold: &gt;5 referrals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focused group of consistently active doctors (&gt;5 referrals) drives most volume.</a:t>
            </a:r>
          </a:p>
          <a:p>
            <a:pPr/>
            <a:r>
              <a:t>The 5 group represents a broad, low-volume base for targeted engagement.</a:t>
            </a:r>
          </a:p>
          <a:p>
            <a:pPr/>
            <a:r>
              <a:t>Standardized facility names improve reporting clarity and reduce fragmentation.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Doctors with &gt;5 Referrals</a:t>
            </a:r>
          </a:p>
        </p:txBody>
      </p:sp>
      <p:pic>
        <p:nvPicPr>
          <p:cNvPr id="3" name="Picture 2" descr="doctors_over_5_referrals_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0972800" cy="249585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Doctors (Sample)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226422">
                <a:tc>
                  <a:txBody>
                    <a:bodyPr/>
                    <a:lstStyle/>
                    <a:p>
                      <a:r>
                        <a:t>Referring 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Patients (Rows)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NAIROBI SPINE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159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UNKNOWN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146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PROF OYOO OMONDI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KENYATTA NATIONAL HOSPITAL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97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NGARE STANLEY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EDNA KAMAU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PROF ATINGA JOHN E.O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SELF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NDEGE KINOTI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RAJESH CHAUDHARY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OBURU EZEKIEL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EGLAY MUKABANA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EUGENE GENGA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IKOL ADUNGO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KARANU JOSEPH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KINYANJUI DAVID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ETAU EKWOM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KQ MEDICAL CENTRE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  <a:tr h="226422">
                <a:tc>
                  <a:txBody>
                    <a:bodyPr/>
                    <a:lstStyle/>
                    <a:p>
                      <a:r>
                        <a:t>DR OWENDE PHILOMENA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  <a:tr h="226440">
                <a:tc>
                  <a:txBody>
                    <a:bodyPr/>
                    <a:lstStyle/>
                    <a:p>
                      <a:r>
                        <a:t>DR SAMUEL WACHIRA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Doctors (5 Referrals)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Doctors in remaining group: 481</a:t>
            </a:r>
          </a:p>
          <a:p>
            <a:pPr/>
            <a:r>
              <a:t>Total patients (rows) in remaining group: 764</a:t>
            </a:r>
          </a:p>
          <a:p>
            <a:pPr/>
            <a:r>
              <a:t>Use targeted outreach to move doctors above the &gt;5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Prioritize retention of consistently active referrers.</a:t>
            </a:r>
          </a:p>
          <a:p>
            <a:pPr/>
            <a:r>
              <a:t>Segment low-volume referrers by facility or specialty for tailored support.</a:t>
            </a:r>
          </a:p>
          <a:p>
            <a:pPr/>
            <a:r>
              <a:t>Track monthly transitions across the &gt;5 threshold to measure engagement impact.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Doctors Referral Breakdown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